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HANGMAN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Készítette:</a:t>
            </a:r>
          </a:p>
          <a:p>
            <a:r>
              <a:t>Juhász Bálint, Rónai Márton János, Pék Dominik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játékról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az akasztófa (hangman) játék Pythonban megvalósítva.</a:t>
            </a:r>
          </a:p>
          <a:p>
            <a:r>
              <a:t>A felhasználónak ki kell találnia egy véletlenszerű országot vagy fővárost.</a:t>
            </a:r>
          </a:p>
          <a:p>
            <a:r>
              <a:t>Összesen 6 esély (hiba) megengedett.</a:t>
            </a:r>
          </a:p>
          <a:p>
            <a:r>
              <a:t>Amennyiben ez nem sikerül, a játékost felakasztják.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Működési elv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Külső fájl forrásból (txt/json) beolvassuk az országokat és fővárosokat.</a:t>
            </a:r>
          </a:p>
          <a:p>
            <a:r>
              <a:t>A felhasználó eldönti, mit szeretne kitalálni (1: Ország, 2: Főváros).</a:t>
            </a:r>
          </a:p>
          <a:p>
            <a:r>
              <a:t>A program halmazokat (set) használ a már tippelt betűk tárolására, így egy betűt nem lehet kétszer beírni.</a:t>
            </a:r>
          </a:p>
          <a:p>
            <a:r>
              <a:t>A mask_word függvény a kitalálandó szót rejtett formátumba (-) konvertálja, de a szóközöket megtartja.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Újdonság: Toplista (Scoreboard)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Adatok mentése és betöltése egy 'scoreboard.json' fájlba.</a:t>
            </a:r>
          </a:p>
          <a:p>
            <a:r>
              <a:t>Ha a játékos nyer, a program kiszámolja, hány tippre volt szüksége.</a:t>
            </a:r>
          </a:p>
          <a:p>
            <a:r>
              <a:t>A listát automatikusan pontszám szerint rendezi (a legkevesebb tipp a legjobb).</a:t>
            </a:r>
          </a:p>
          <a:p>
            <a:r>
              <a:t>Csak a Top 10 legjobb játékos marad a dicsőségfalon!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Kihívások és Nehézségek a fejlesztés során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/>
            </a:pPr>
            <a:r>
              <a:t>In memory of Marci...</a:t>
            </a:r>
            <a:br/>
            <a:r>
              <a:t>[IDE JÖHETNEK A MÉMEK: Csontváz, Stewie, Hazmat suit]</a:t>
            </a:r>
            <a:br/>
            <a:r>
              <a:t>Ide szúrjátok be a PPT-ben a vicces képeket, és meséljétek el, melyik kódrészlettel (pl. JSON vagy a szóközök kezelése) szenvedtetek a legtöbbet!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Élő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Próbáljuk ki élőben!</a:t>
            </a:r>
          </a:p>
          <a:p>
            <a:r>
              <a:t>Kérek egy tippet a közönségből!</a:t>
            </a:r>
          </a:p>
          <a:p>
            <a:r>
              <a:t>Link a kódhoz (OneCompiler): https://onecompiler.com/python/44ckz43bk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